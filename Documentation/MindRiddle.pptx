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B6B00-249F-290D-459B-212611C66640}" v="14" dt="2025-12-07T13:46:45.615"/>
    <p1510:client id="{47D7E688-8D82-695D-C653-DE150C25B2AF}" v="2" dt="2025-12-08T18:07:08.159"/>
    <p1510:client id="{8C789C81-18E5-D205-F0A4-182D5352FAC8}" v="21" dt="2025-12-08T18:38:35.382"/>
    <p1510:client id="{BB5D9D26-3FDA-821E-48EE-EBAE550E3BDF}" v="550" dt="2025-12-08T18:31:15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ристияна Стоянова Иванова" userId="S::ksivanova24@codingburgas.bg::fd40cb2b-eb00-4db7-ba35-611949eb7ef7" providerId="AD" clId="Web-{BB5D9D26-3FDA-821E-48EE-EBAE550E3BDF}"/>
    <pc:docChg chg="addSld delSld modSld sldOrd">
      <pc:chgData name="Кристияна Стоянова Иванова" userId="S::ksivanova24@codingburgas.bg::fd40cb2b-eb00-4db7-ba35-611949eb7ef7" providerId="AD" clId="Web-{BB5D9D26-3FDA-821E-48EE-EBAE550E3BDF}" dt="2025-12-08T18:31:15.349" v="374"/>
      <pc:docMkLst>
        <pc:docMk/>
      </pc:docMkLst>
      <pc:sldChg chg="del">
        <pc:chgData name="Кристияна Стоянова Иванова" userId="S::ksivanova24@codingburgas.bg::fd40cb2b-eb00-4db7-ba35-611949eb7ef7" providerId="AD" clId="Web-{BB5D9D26-3FDA-821E-48EE-EBAE550E3BDF}" dt="2025-12-08T18:08:25.311" v="18"/>
        <pc:sldMkLst>
          <pc:docMk/>
          <pc:sldMk cId="2188898091" sldId="257"/>
        </pc:sldMkLst>
      </pc:sldChg>
      <pc:sldChg chg="addSp delSp modSp ord">
        <pc:chgData name="Кристияна Стоянова Иванова" userId="S::ksivanova24@codingburgas.bg::fd40cb2b-eb00-4db7-ba35-611949eb7ef7" providerId="AD" clId="Web-{BB5D9D26-3FDA-821E-48EE-EBAE550E3BDF}" dt="2025-12-08T18:14:27.590" v="106" actId="1076"/>
        <pc:sldMkLst>
          <pc:docMk/>
          <pc:sldMk cId="2064131857" sldId="258"/>
        </pc:sldMkLst>
        <pc:spChg chg="add del">
          <ac:chgData name="Кристияна Стоянова Иванова" userId="S::ksivanova24@codingburgas.bg::fd40cb2b-eb00-4db7-ba35-611949eb7ef7" providerId="AD" clId="Web-{BB5D9D26-3FDA-821E-48EE-EBAE550E3BDF}" dt="2025-12-08T18:08:38.155" v="22"/>
          <ac:spMkLst>
            <pc:docMk/>
            <pc:sldMk cId="2064131857" sldId="258"/>
            <ac:spMk id="3" creationId="{CF2F453B-F727-631A-3EA7-D7521D26702A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0:43.345" v="50" actId="1076"/>
          <ac:spMkLst>
            <pc:docMk/>
            <pc:sldMk cId="2064131857" sldId="258"/>
            <ac:spMk id="4" creationId="{53D6AFD5-AA9D-1FA3-0FEF-B1EC2410BBB5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1:52.033" v="60" actId="20577"/>
          <ac:spMkLst>
            <pc:docMk/>
            <pc:sldMk cId="2064131857" sldId="258"/>
            <ac:spMk id="5" creationId="{C3990E64-57D0-D40B-90DD-E6481C450014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2:15.080" v="69" actId="1076"/>
          <ac:spMkLst>
            <pc:docMk/>
            <pc:sldMk cId="2064131857" sldId="258"/>
            <ac:spMk id="6" creationId="{1DC7A376-F050-1887-8EF9-0D3CC6383843}"/>
          </ac:spMkLst>
        </pc:spChg>
        <pc:spChg chg="add del mod">
          <ac:chgData name="Кристияна Стоянова Иванова" userId="S::ksivanova24@codingburgas.bg::fd40cb2b-eb00-4db7-ba35-611949eb7ef7" providerId="AD" clId="Web-{BB5D9D26-3FDA-821E-48EE-EBAE550E3BDF}" dt="2025-12-08T18:12:46.596" v="72"/>
          <ac:spMkLst>
            <pc:docMk/>
            <pc:sldMk cId="2064131857" sldId="258"/>
            <ac:spMk id="7" creationId="{CE87BFE0-BA8C-5776-4431-69C37850892E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3:02.065" v="75" actId="20577"/>
          <ac:spMkLst>
            <pc:docMk/>
            <pc:sldMk cId="2064131857" sldId="258"/>
            <ac:spMk id="8" creationId="{061DA359-726F-1C4F-DD95-1952C8979730}"/>
          </ac:spMkLst>
        </pc:spChg>
        <pc:spChg chg="add del">
          <ac:chgData name="Кристияна Стоянова Иванова" userId="S::ksivanova24@codingburgas.bg::fd40cb2b-eb00-4db7-ba35-611949eb7ef7" providerId="AD" clId="Web-{BB5D9D26-3FDA-821E-48EE-EBAE550E3BDF}" dt="2025-12-08T18:13:07.331" v="77"/>
          <ac:spMkLst>
            <pc:docMk/>
            <pc:sldMk cId="2064131857" sldId="258"/>
            <ac:spMk id="9" creationId="{624D7E7D-41E4-CE6D-CF1A-DA04814CB97B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3:23.521" v="86" actId="1076"/>
          <ac:spMkLst>
            <pc:docMk/>
            <pc:sldMk cId="2064131857" sldId="258"/>
            <ac:spMk id="10" creationId="{4372F6F0-922A-FDA5-AB27-59CF40588B3A}"/>
          </ac:spMkLst>
        </pc:spChg>
        <pc:spChg chg="add del mod">
          <ac:chgData name="Кристияна Стоянова Иванова" userId="S::ksivanova24@codingburgas.bg::fd40cb2b-eb00-4db7-ba35-611949eb7ef7" providerId="AD" clId="Web-{BB5D9D26-3FDA-821E-48EE-EBAE550E3BDF}" dt="2025-12-08T18:14:01.947" v="92"/>
          <ac:spMkLst>
            <pc:docMk/>
            <pc:sldMk cId="2064131857" sldId="258"/>
            <ac:spMk id="12" creationId="{387F1686-74A8-4326-0191-BDC0237395AF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4:14.276" v="97" actId="1076"/>
          <ac:spMkLst>
            <pc:docMk/>
            <pc:sldMk cId="2064131857" sldId="258"/>
            <ac:spMk id="13" creationId="{DB8B277B-0335-96C7-5982-EBF02E538D0E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4:27.590" v="106" actId="1076"/>
          <ac:spMkLst>
            <pc:docMk/>
            <pc:sldMk cId="2064131857" sldId="258"/>
            <ac:spMk id="14" creationId="{A822FEBA-5967-2C2B-1F47-544C7FB5A3AE}"/>
          </ac:spMkLst>
        </pc:sp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14:07.385" v="94" actId="1076"/>
          <ac:picMkLst>
            <pc:docMk/>
            <pc:sldMk cId="2064131857" sldId="258"/>
            <ac:picMk id="2" creationId="{D8441336-8841-E000-5BD5-C302E3CB7B22}"/>
          </ac:picMkLst>
        </pc:picChg>
      </pc:sldChg>
      <pc:sldChg chg="addSp modSp add replId">
        <pc:chgData name="Кристияна Стоянова Иванова" userId="S::ksivanova24@codingburgas.bg::fd40cb2b-eb00-4db7-ba35-611949eb7ef7" providerId="AD" clId="Web-{BB5D9D26-3FDA-821E-48EE-EBAE550E3BDF}" dt="2025-12-08T18:15:40.627" v="127" actId="14100"/>
        <pc:sldMkLst>
          <pc:docMk/>
          <pc:sldMk cId="1068423582" sldId="259"/>
        </pc:sldMkLst>
        <pc:spChg chg="add mod">
          <ac:chgData name="Кристияна Стоянова Иванова" userId="S::ksivanova24@codingburgas.bg::fd40cb2b-eb00-4db7-ba35-611949eb7ef7" providerId="AD" clId="Web-{BB5D9D26-3FDA-821E-48EE-EBAE550E3BDF}" dt="2025-12-08T18:15:40.627" v="127" actId="14100"/>
          <ac:spMkLst>
            <pc:docMk/>
            <pc:sldMk cId="1068423582" sldId="259"/>
            <ac:spMk id="4" creationId="{EBB6313C-ADB9-28C9-0C04-0F31B9D68F21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15:30.220" v="125" actId="1076"/>
          <ac:spMkLst>
            <pc:docMk/>
            <pc:sldMk cId="1068423582" sldId="259"/>
            <ac:spMk id="5" creationId="{DD58712B-0762-54AE-C05A-FD6861228650}"/>
          </ac:spMkLst>
        </pc:spChg>
      </pc:sldChg>
      <pc:sldChg chg="addSp modSp add replId">
        <pc:chgData name="Кристияна Стоянова Иванова" userId="S::ksivanova24@codingburgas.bg::fd40cb2b-eb00-4db7-ba35-611949eb7ef7" providerId="AD" clId="Web-{BB5D9D26-3FDA-821E-48EE-EBAE550E3BDF}" dt="2025-12-08T18:21:36.784" v="217" actId="20577"/>
        <pc:sldMkLst>
          <pc:docMk/>
          <pc:sldMk cId="756741151" sldId="260"/>
        </pc:sldMkLst>
        <pc:spChg chg="add mod">
          <ac:chgData name="Кристияна Стоянова Иванова" userId="S::ksivanova24@codingburgas.bg::fd40cb2b-eb00-4db7-ba35-611949eb7ef7" providerId="AD" clId="Web-{BB5D9D26-3FDA-821E-48EE-EBAE550E3BDF}" dt="2025-12-08T18:21:36.784" v="217" actId="20577"/>
          <ac:spMkLst>
            <pc:docMk/>
            <pc:sldMk cId="756741151" sldId="260"/>
            <ac:spMk id="7" creationId="{1E94DDD8-9778-A2AE-0BFE-3E103B5E68D8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21:29.299" v="210" actId="20577"/>
          <ac:spMkLst>
            <pc:docMk/>
            <pc:sldMk cId="756741151" sldId="260"/>
            <ac:spMk id="8" creationId="{EB287FDF-6F03-C28B-CF4A-4D3699E5B449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21:24.768" v="204" actId="20577"/>
          <ac:spMkLst>
            <pc:docMk/>
            <pc:sldMk cId="756741151" sldId="260"/>
            <ac:spMk id="9" creationId="{5DC4DF99-D508-8439-1697-B3CE1D586017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21:26.033" v="207" actId="20577"/>
          <ac:spMkLst>
            <pc:docMk/>
            <pc:sldMk cId="756741151" sldId="260"/>
            <ac:spMk id="10" creationId="{4DF85D55-3A70-1E1A-D64B-65C9FE1DD3CB}"/>
          </ac:spMkLst>
        </pc:sp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18:27.449" v="140"/>
          <ac:picMkLst>
            <pc:docMk/>
            <pc:sldMk cId="756741151" sldId="260"/>
            <ac:picMk id="3" creationId="{D1A90F60-02CB-C7F0-9213-9D68DFF182A0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18:32.965" v="142"/>
          <ac:picMkLst>
            <pc:docMk/>
            <pc:sldMk cId="756741151" sldId="260"/>
            <ac:picMk id="4" creationId="{A21B6DB3-1CC4-3782-97C7-3BF2A0B3D36F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18:31.481" v="141"/>
          <ac:picMkLst>
            <pc:docMk/>
            <pc:sldMk cId="756741151" sldId="260"/>
            <ac:picMk id="5" creationId="{B39039B6-218F-DA6A-EB04-71C12CE5307C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18:34.481" v="143"/>
          <ac:picMkLst>
            <pc:docMk/>
            <pc:sldMk cId="756741151" sldId="260"/>
            <ac:picMk id="6" creationId="{967C06ED-9DE3-8983-9B96-C593533B0FC6}"/>
          </ac:picMkLst>
        </pc:picChg>
      </pc:sldChg>
      <pc:sldChg chg="addSp modSp add replId">
        <pc:chgData name="Кристияна Стоянова Иванова" userId="S::ksivanova24@codingburgas.bg::fd40cb2b-eb00-4db7-ba35-611949eb7ef7" providerId="AD" clId="Web-{BB5D9D26-3FDA-821E-48EE-EBAE550E3BDF}" dt="2025-12-08T18:25:45.104" v="249" actId="14100"/>
        <pc:sldMkLst>
          <pc:docMk/>
          <pc:sldMk cId="4174926051" sldId="261"/>
        </pc:sldMkLst>
        <pc:spChg chg="add mod">
          <ac:chgData name="Кристияна Стоянова Иванова" userId="S::ksivanova24@codingburgas.bg::fd40cb2b-eb00-4db7-ba35-611949eb7ef7" providerId="AD" clId="Web-{BB5D9D26-3FDA-821E-48EE-EBAE550E3BDF}" dt="2025-12-08T18:25:19.557" v="243" actId="1076"/>
          <ac:spMkLst>
            <pc:docMk/>
            <pc:sldMk cId="4174926051" sldId="261"/>
            <ac:spMk id="4" creationId="{8FA65821-0429-D67D-72F0-98AC426C4703}"/>
          </ac:spMkLst>
        </pc:spChg>
        <pc:spChg chg="add mod">
          <ac:chgData name="Кристияна Стоянова Иванова" userId="S::ksivanova24@codingburgas.bg::fd40cb2b-eb00-4db7-ba35-611949eb7ef7" providerId="AD" clId="Web-{BB5D9D26-3FDA-821E-48EE-EBAE550E3BDF}" dt="2025-12-08T18:25:45.104" v="249" actId="14100"/>
          <ac:spMkLst>
            <pc:docMk/>
            <pc:sldMk cId="4174926051" sldId="261"/>
            <ac:spMk id="5" creationId="{64CC9EE6-8987-8623-7111-AFF1E2F3E7F5}"/>
          </ac:spMkLst>
        </pc:spChg>
        <pc:picChg chg="mod">
          <ac:chgData name="Кристияна Стоянова Иванова" userId="S::ksivanova24@codingburgas.bg::fd40cb2b-eb00-4db7-ba35-611949eb7ef7" providerId="AD" clId="Web-{BB5D9D26-3FDA-821E-48EE-EBAE550E3BDF}" dt="2025-12-08T18:25:15.775" v="242" actId="1076"/>
          <ac:picMkLst>
            <pc:docMk/>
            <pc:sldMk cId="4174926051" sldId="261"/>
            <ac:picMk id="2" creationId="{C2FCC95A-DC8B-2C20-9E01-4083AB1CA8C6}"/>
          </ac:picMkLst>
        </pc:picChg>
      </pc:sldChg>
      <pc:sldChg chg="addSp delSp modSp add replId">
        <pc:chgData name="Кристияна Стоянова Иванова" userId="S::ksivanova24@codingburgas.bg::fd40cb2b-eb00-4db7-ba35-611949eb7ef7" providerId="AD" clId="Web-{BB5D9D26-3FDA-821E-48EE-EBAE550E3BDF}" dt="2025-12-08T18:26:23.542" v="257" actId="1076"/>
        <pc:sldMkLst>
          <pc:docMk/>
          <pc:sldMk cId="3011367633" sldId="262"/>
        </pc:sldMkLst>
        <pc:spChg chg="del">
          <ac:chgData name="Кристияна Стоянова Иванова" userId="S::ksivanova24@codingburgas.bg::fd40cb2b-eb00-4db7-ba35-611949eb7ef7" providerId="AD" clId="Web-{BB5D9D26-3FDA-821E-48EE-EBAE550E3BDF}" dt="2025-12-08T18:25:53.463" v="251"/>
          <ac:spMkLst>
            <pc:docMk/>
            <pc:sldMk cId="3011367633" sldId="262"/>
            <ac:spMk id="4" creationId="{30F0420E-9EA7-FD49-2662-A353D2468EA1}"/>
          </ac:spMkLst>
        </pc:spChg>
        <pc:spChg chg="del mod">
          <ac:chgData name="Кристияна Стоянова Иванова" userId="S::ksivanova24@codingburgas.bg::fd40cb2b-eb00-4db7-ba35-611949eb7ef7" providerId="AD" clId="Web-{BB5D9D26-3FDA-821E-48EE-EBAE550E3BDF}" dt="2025-12-08T18:25:57.542" v="254"/>
          <ac:spMkLst>
            <pc:docMk/>
            <pc:sldMk cId="3011367633" sldId="262"/>
            <ac:spMk id="5" creationId="{4F1CCDA9-020E-B4F6-F97D-8ED08F02D7F0}"/>
          </ac:spMkLst>
        </pc:sp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6:23.542" v="257" actId="1076"/>
          <ac:picMkLst>
            <pc:docMk/>
            <pc:sldMk cId="3011367633" sldId="262"/>
            <ac:picMk id="3" creationId="{8425EA65-B8F3-7180-856D-9595AB98BDDB}"/>
          </ac:picMkLst>
        </pc:picChg>
      </pc:sldChg>
      <pc:sldChg chg="modSp add ord replId">
        <pc:chgData name="Кристияна Стоянова Иванова" userId="S::ksivanova24@codingburgas.bg::fd40cb2b-eb00-4db7-ba35-611949eb7ef7" providerId="AD" clId="Web-{BB5D9D26-3FDA-821E-48EE-EBAE550E3BDF}" dt="2025-12-08T18:27:41.058" v="290" actId="1076"/>
        <pc:sldMkLst>
          <pc:docMk/>
          <pc:sldMk cId="970848727" sldId="263"/>
        </pc:sldMkLst>
        <pc:spChg chg="mod">
          <ac:chgData name="Кристияна Стоянова Иванова" userId="S::ksivanova24@codingburgas.bg::fd40cb2b-eb00-4db7-ba35-611949eb7ef7" providerId="AD" clId="Web-{BB5D9D26-3FDA-821E-48EE-EBAE550E3BDF}" dt="2025-12-08T18:27:15.152" v="285" actId="1076"/>
          <ac:spMkLst>
            <pc:docMk/>
            <pc:sldMk cId="970848727" sldId="263"/>
            <ac:spMk id="4" creationId="{24FB256E-F101-CEFD-187C-BFC0C7F8961E}"/>
          </ac:spMkLst>
        </pc:spChg>
        <pc:spChg chg="mod">
          <ac:chgData name="Кристияна Стоянова Иванова" userId="S::ksivanova24@codingburgas.bg::fd40cb2b-eb00-4db7-ba35-611949eb7ef7" providerId="AD" clId="Web-{BB5D9D26-3FDA-821E-48EE-EBAE550E3BDF}" dt="2025-12-08T18:27:41.058" v="290" actId="1076"/>
          <ac:spMkLst>
            <pc:docMk/>
            <pc:sldMk cId="970848727" sldId="263"/>
            <ac:spMk id="5" creationId="{E85ADF90-A40A-4A18-831D-086DD02E3EC3}"/>
          </ac:spMkLst>
        </pc:spChg>
        <pc:picChg chg="mod">
          <ac:chgData name="Кристияна Стоянова Иванова" userId="S::ksivanova24@codingburgas.bg::fd40cb2b-eb00-4db7-ba35-611949eb7ef7" providerId="AD" clId="Web-{BB5D9D26-3FDA-821E-48EE-EBAE550E3BDF}" dt="2025-12-08T18:26:59.167" v="281" actId="1076"/>
          <ac:picMkLst>
            <pc:docMk/>
            <pc:sldMk cId="970848727" sldId="263"/>
            <ac:picMk id="2" creationId="{217865BB-C3EA-44B0-C624-AD106C62674D}"/>
          </ac:picMkLst>
        </pc:picChg>
      </pc:sldChg>
      <pc:sldChg chg="addSp delSp modSp add replId">
        <pc:chgData name="Кристияна Стоянова Иванова" userId="S::ksivanova24@codingburgas.bg::fd40cb2b-eb00-4db7-ba35-611949eb7ef7" providerId="AD" clId="Web-{BB5D9D26-3FDA-821E-48EE-EBAE550E3BDF}" dt="2025-12-08T18:29:04.028" v="319" actId="1076"/>
        <pc:sldMkLst>
          <pc:docMk/>
          <pc:sldMk cId="1877516076" sldId="264"/>
        </pc:sldMkLst>
        <pc:spChg chg="del mod">
          <ac:chgData name="Кристияна Стоянова Иванова" userId="S::ksivanova24@codingburgas.bg::fd40cb2b-eb00-4db7-ba35-611949eb7ef7" providerId="AD" clId="Web-{BB5D9D26-3FDA-821E-48EE-EBAE550E3BDF}" dt="2025-12-08T18:27:46.449" v="293"/>
          <ac:spMkLst>
            <pc:docMk/>
            <pc:sldMk cId="1877516076" sldId="264"/>
            <ac:spMk id="4" creationId="{062A220A-E37F-B65A-7C37-798ECCB3D041}"/>
          </ac:spMkLst>
        </pc:spChg>
        <pc:spChg chg="del mod">
          <ac:chgData name="Кристияна Стоянова Иванова" userId="S::ksivanova24@codingburgas.bg::fd40cb2b-eb00-4db7-ba35-611949eb7ef7" providerId="AD" clId="Web-{BB5D9D26-3FDA-821E-48EE-EBAE550E3BDF}" dt="2025-12-08T18:27:48.215" v="295"/>
          <ac:spMkLst>
            <pc:docMk/>
            <pc:sldMk cId="1877516076" sldId="264"/>
            <ac:spMk id="5" creationId="{74DA9896-189C-C562-E7B0-AC71132F5002}"/>
          </ac:spMkLst>
        </pc:sp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8:01.527" v="299" actId="14100"/>
          <ac:picMkLst>
            <pc:docMk/>
            <pc:sldMk cId="1877516076" sldId="264"/>
            <ac:picMk id="3" creationId="{FFBF2AAF-F9F8-A721-A3D1-0DF614C3502E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8:17.043" v="304" actId="1076"/>
          <ac:picMkLst>
            <pc:docMk/>
            <pc:sldMk cId="1877516076" sldId="264"/>
            <ac:picMk id="6" creationId="{B7911FC4-EB15-4DAD-BEEE-711C2905D99A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8:26.309" v="307" actId="1076"/>
          <ac:picMkLst>
            <pc:docMk/>
            <pc:sldMk cId="1877516076" sldId="264"/>
            <ac:picMk id="7" creationId="{F0C03400-3044-85C9-1EE6-C9AEF2D246AF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8:35.903" v="310" actId="1076"/>
          <ac:picMkLst>
            <pc:docMk/>
            <pc:sldMk cId="1877516076" sldId="264"/>
            <ac:picMk id="8" creationId="{19F19058-6CA5-2A8D-F232-CD0ADBE5DFE5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8:46.762" v="313" actId="1076"/>
          <ac:picMkLst>
            <pc:docMk/>
            <pc:sldMk cId="1877516076" sldId="264"/>
            <ac:picMk id="9" creationId="{4D925C1F-8AFA-40BF-4B41-706E279E4BAC}"/>
          </ac:picMkLst>
        </pc:picChg>
        <pc:picChg chg="add mod">
          <ac:chgData name="Кристияна Стоянова Иванова" userId="S::ksivanova24@codingburgas.bg::fd40cb2b-eb00-4db7-ba35-611949eb7ef7" providerId="AD" clId="Web-{BB5D9D26-3FDA-821E-48EE-EBAE550E3BDF}" dt="2025-12-08T18:29:04.028" v="319" actId="1076"/>
          <ac:picMkLst>
            <pc:docMk/>
            <pc:sldMk cId="1877516076" sldId="264"/>
            <ac:picMk id="10" creationId="{DD997188-0C62-1F49-2AB7-9BD793A49AED}"/>
          </ac:picMkLst>
        </pc:picChg>
      </pc:sldChg>
      <pc:sldChg chg="addSp delSp modSp add ord replId">
        <pc:chgData name="Кристияна Стоянова Иванова" userId="S::ksivanova24@codingburgas.bg::fd40cb2b-eb00-4db7-ba35-611949eb7ef7" providerId="AD" clId="Web-{BB5D9D26-3FDA-821E-48EE-EBAE550E3BDF}" dt="2025-12-08T18:31:15.349" v="374"/>
        <pc:sldMkLst>
          <pc:docMk/>
          <pc:sldMk cId="1334635133" sldId="265"/>
        </pc:sldMkLst>
        <pc:spChg chg="del">
          <ac:chgData name="Кристияна Стоянова Иванова" userId="S::ksivanova24@codingburgas.bg::fd40cb2b-eb00-4db7-ba35-611949eb7ef7" providerId="AD" clId="Web-{BB5D9D26-3FDA-821E-48EE-EBAE550E3BDF}" dt="2025-12-08T18:29:13.013" v="322"/>
          <ac:spMkLst>
            <pc:docMk/>
            <pc:sldMk cId="1334635133" sldId="265"/>
            <ac:spMk id="4" creationId="{691FD313-AA4B-DF7C-BC60-A92C47F456FA}"/>
          </ac:spMkLst>
        </pc:spChg>
        <pc:spChg chg="mod">
          <ac:chgData name="Кристияна Стоянова Иванова" userId="S::ksivanova24@codingburgas.bg::fd40cb2b-eb00-4db7-ba35-611949eb7ef7" providerId="AD" clId="Web-{BB5D9D26-3FDA-821E-48EE-EBAE550E3BDF}" dt="2025-12-08T18:30:06.889" v="365" actId="1076"/>
          <ac:spMkLst>
            <pc:docMk/>
            <pc:sldMk cId="1334635133" sldId="265"/>
            <ac:spMk id="5" creationId="{CC186B30-A6F6-7E5C-1DD9-80EB070C2ED0}"/>
          </ac:spMkLst>
        </pc:spChg>
        <pc:picChg chg="mod">
          <ac:chgData name="Кристияна Стоянова Иванова" userId="S::ksivanova24@codingburgas.bg::fd40cb2b-eb00-4db7-ba35-611949eb7ef7" providerId="AD" clId="Web-{BB5D9D26-3FDA-821E-48EE-EBAE550E3BDF}" dt="2025-12-08T18:30:00.341" v="361" actId="1076"/>
          <ac:picMkLst>
            <pc:docMk/>
            <pc:sldMk cId="1334635133" sldId="265"/>
            <ac:picMk id="2" creationId="{45375EAF-9FC9-E9CB-D074-E174787CFC85}"/>
          </ac:picMkLst>
        </pc:picChg>
        <pc:cxnChg chg="add mod">
          <ac:chgData name="Кристияна Стоянова Иванова" userId="S::ksivanova24@codingburgas.bg::fd40cb2b-eb00-4db7-ba35-611949eb7ef7" providerId="AD" clId="Web-{BB5D9D26-3FDA-821E-48EE-EBAE550E3BDF}" dt="2025-12-08T18:30:30.282" v="368"/>
          <ac:cxnSpMkLst>
            <pc:docMk/>
            <pc:sldMk cId="1334635133" sldId="265"/>
            <ac:cxnSpMk id="3" creationId="{BAFFFD62-39FD-D54B-D9E1-F7028A8C5F52}"/>
          </ac:cxnSpMkLst>
        </pc:cxnChg>
        <pc:cxnChg chg="add mod">
          <ac:chgData name="Кристияна Стоянова Иванова" userId="S::ksivanova24@codingburgas.bg::fd40cb2b-eb00-4db7-ba35-611949eb7ef7" providerId="AD" clId="Web-{BB5D9D26-3FDA-821E-48EE-EBAE550E3BDF}" dt="2025-12-08T18:30:46.784" v="370"/>
          <ac:cxnSpMkLst>
            <pc:docMk/>
            <pc:sldMk cId="1334635133" sldId="265"/>
            <ac:cxnSpMk id="6" creationId="{AD5FF95A-A788-8637-524F-526F35D91904}"/>
          </ac:cxnSpMkLst>
        </pc:cxnChg>
        <pc:cxnChg chg="add mod">
          <ac:chgData name="Кристияна Стоянова Иванова" userId="S::ksivanova24@codingburgas.bg::fd40cb2b-eb00-4db7-ba35-611949eb7ef7" providerId="AD" clId="Web-{BB5D9D26-3FDA-821E-48EE-EBAE550E3BDF}" dt="2025-12-08T18:30:59.879" v="372"/>
          <ac:cxnSpMkLst>
            <pc:docMk/>
            <pc:sldMk cId="1334635133" sldId="265"/>
            <ac:cxnSpMk id="7" creationId="{7CCBF571-C703-077D-A6F8-9006B5E86CB8}"/>
          </ac:cxnSpMkLst>
        </pc:cxnChg>
        <pc:cxnChg chg="add mod">
          <ac:chgData name="Кристияна Стоянова Иванова" userId="S::ksivanova24@codingburgas.bg::fd40cb2b-eb00-4db7-ba35-611949eb7ef7" providerId="AD" clId="Web-{BB5D9D26-3FDA-821E-48EE-EBAE550E3BDF}" dt="2025-12-08T18:31:15.349" v="374"/>
          <ac:cxnSpMkLst>
            <pc:docMk/>
            <pc:sldMk cId="1334635133" sldId="265"/>
            <ac:cxnSpMk id="8" creationId="{7324E826-601E-F995-06E9-CE835D0C165E}"/>
          </ac:cxnSpMkLst>
        </pc:cxnChg>
      </pc:sldChg>
    </pc:docChg>
  </pc:docChgLst>
  <pc:docChgLst>
    <pc:chgData name="Кристияна Стоянова Иванова" userId="S::ksivanova24@codingburgas.bg::fd40cb2b-eb00-4db7-ba35-611949eb7ef7" providerId="AD" clId="Web-{410B6B00-249F-290D-459B-212611C66640}"/>
    <pc:docChg chg="addSld modSld">
      <pc:chgData name="Кристияна Стоянова Иванова" userId="S::ksivanova24@codingburgas.bg::fd40cb2b-eb00-4db7-ba35-611949eb7ef7" providerId="AD" clId="Web-{410B6B00-249F-290D-459B-212611C66640}" dt="2025-12-07T13:46:45.615" v="13"/>
      <pc:docMkLst>
        <pc:docMk/>
      </pc:docMkLst>
      <pc:sldChg chg="addSp delSp modSp mod setBg">
        <pc:chgData name="Кристияна Стоянова Иванова" userId="S::ksivanova24@codingburgas.bg::fd40cb2b-eb00-4db7-ba35-611949eb7ef7" providerId="AD" clId="Web-{410B6B00-249F-290D-459B-212611C66640}" dt="2025-12-07T13:45:55.676" v="8"/>
        <pc:sldMkLst>
          <pc:docMk/>
          <pc:sldMk cId="109857222" sldId="256"/>
        </pc:sldMkLst>
        <pc:spChg chg="del mod">
          <ac:chgData name="Кристияна Стоянова Иванова" userId="S::ksivanova24@codingburgas.bg::fd40cb2b-eb00-4db7-ba35-611949eb7ef7" providerId="AD" clId="Web-{410B6B00-249F-290D-459B-212611C66640}" dt="2025-12-07T13:45:18.238" v="1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Кристияна Стоянова Иванова" userId="S::ksivanova24@codingburgas.bg::fd40cb2b-eb00-4db7-ba35-611949eb7ef7" providerId="AD" clId="Web-{410B6B00-249F-290D-459B-212611C66640}" dt="2025-12-07T13:45:51.130" v="5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Кристияна Стоянова Иванова" userId="S::ksivanova24@codingburgas.bg::fd40cb2b-eb00-4db7-ba35-611949eb7ef7" providerId="AD" clId="Web-{410B6B00-249F-290D-459B-212611C66640}" dt="2025-12-07T13:45:53.301" v="7"/>
          <ac:spMkLst>
            <pc:docMk/>
            <pc:sldMk cId="109857222" sldId="256"/>
            <ac:spMk id="5" creationId="{A7CD0571-6A1A-7BA9-C4D7-DFCF44408B6F}"/>
          </ac:spMkLst>
        </pc:spChg>
        <pc:spChg chg="add">
          <ac:chgData name="Кристияна Стоянова Иванова" userId="S::ksivanova24@codingburgas.bg::fd40cb2b-eb00-4db7-ba35-611949eb7ef7" providerId="AD" clId="Web-{410B6B00-249F-290D-459B-212611C66640}" dt="2025-12-07T13:45:55.676" v="8"/>
          <ac:spMkLst>
            <pc:docMk/>
            <pc:sldMk cId="109857222" sldId="256"/>
            <ac:spMk id="11" creationId="{42A4FC2C-047E-45A5-965D-8E1E3BF09BC6}"/>
          </ac:spMkLst>
        </pc:spChg>
        <pc:picChg chg="add mod">
          <ac:chgData name="Кристияна Стоянова Иванова" userId="S::ksivanova24@codingburgas.bg::fd40cb2b-eb00-4db7-ba35-611949eb7ef7" providerId="AD" clId="Web-{410B6B00-249F-290D-459B-212611C66640}" dt="2025-12-07T13:45:55.676" v="8"/>
          <ac:picMkLst>
            <pc:docMk/>
            <pc:sldMk cId="109857222" sldId="256"/>
            <ac:picMk id="6" creationId="{C2635FCA-7DC0-A382-91D9-0F5C416DA5C3}"/>
          </ac:picMkLst>
        </pc:picChg>
      </pc:sldChg>
      <pc:sldChg chg="delSp modSp new">
        <pc:chgData name="Кристияна Стоянова Иванова" userId="S::ksivanova24@codingburgas.bg::fd40cb2b-eb00-4db7-ba35-611949eb7ef7" providerId="AD" clId="Web-{410B6B00-249F-290D-459B-212611C66640}" dt="2025-12-07T13:46:45.615" v="13"/>
        <pc:sldMkLst>
          <pc:docMk/>
          <pc:sldMk cId="2188898091" sldId="257"/>
        </pc:sldMkLst>
        <pc:spChg chg="del mod">
          <ac:chgData name="Кристияна Стоянова Иванова" userId="S::ksivanova24@codingburgas.bg::fd40cb2b-eb00-4db7-ba35-611949eb7ef7" providerId="AD" clId="Web-{410B6B00-249F-290D-459B-212611C66640}" dt="2025-12-07T13:46:45.615" v="13"/>
          <ac:spMkLst>
            <pc:docMk/>
            <pc:sldMk cId="2188898091" sldId="257"/>
            <ac:spMk id="2" creationId="{47FE4DE7-FB21-0303-8C2D-FCDDCD878D70}"/>
          </ac:spMkLst>
        </pc:spChg>
        <pc:spChg chg="del mod">
          <ac:chgData name="Кристияна Стоянова Иванова" userId="S::ksivanova24@codingburgas.bg::fd40cb2b-eb00-4db7-ba35-611949eb7ef7" providerId="AD" clId="Web-{410B6B00-249F-290D-459B-212611C66640}" dt="2025-12-07T13:46:44.115" v="11"/>
          <ac:spMkLst>
            <pc:docMk/>
            <pc:sldMk cId="2188898091" sldId="257"/>
            <ac:spMk id="3" creationId="{1D29683E-AA75-D461-3E53-A3A4499FDD3E}"/>
          </ac:spMkLst>
        </pc:spChg>
      </pc:sldChg>
    </pc:docChg>
  </pc:docChgLst>
  <pc:docChgLst>
    <pc:chgData name="Кристияна Стоянова Иванова" userId="S::ksivanova24@codingburgas.bg::fd40cb2b-eb00-4db7-ba35-611949eb7ef7" providerId="AD" clId="Web-{8C789C81-18E5-D205-F0A4-182D5352FAC8}"/>
    <pc:docChg chg="modSld">
      <pc:chgData name="Кристияна Стоянова Иванова" userId="S::ksivanova24@codingburgas.bg::fd40cb2b-eb00-4db7-ba35-611949eb7ef7" providerId="AD" clId="Web-{8C789C81-18E5-D205-F0A4-182D5352FAC8}" dt="2025-12-08T18:38:35.382" v="18"/>
      <pc:docMkLst>
        <pc:docMk/>
      </pc:docMkLst>
      <pc:sldChg chg="addSp delSp modSp">
        <pc:chgData name="Кристияна Стоянова Иванова" userId="S::ksivanova24@codingburgas.bg::fd40cb2b-eb00-4db7-ba35-611949eb7ef7" providerId="AD" clId="Web-{8C789C81-18E5-D205-F0A4-182D5352FAC8}" dt="2025-12-08T18:38:35.382" v="18"/>
        <pc:sldMkLst>
          <pc:docMk/>
          <pc:sldMk cId="3011367633" sldId="262"/>
        </pc:sldMkLst>
        <pc:picChg chg="mod">
          <ac:chgData name="Кристияна Стоянова Иванова" userId="S::ksivanova24@codingburgas.bg::fd40cb2b-eb00-4db7-ba35-611949eb7ef7" providerId="AD" clId="Web-{8C789C81-18E5-D205-F0A4-182D5352FAC8}" dt="2025-12-08T18:38:21.944" v="15"/>
          <ac:picMkLst>
            <pc:docMk/>
            <pc:sldMk cId="3011367633" sldId="262"/>
            <ac:picMk id="2" creationId="{DDABB5A9-76B5-9AE2-B8C7-A9C87B15DBD8}"/>
          </ac:picMkLst>
        </pc:picChg>
        <pc:picChg chg="del">
          <ac:chgData name="Кристияна Стоянова Иванова" userId="S::ksivanova24@codingburgas.bg::fd40cb2b-eb00-4db7-ba35-611949eb7ef7" providerId="AD" clId="Web-{8C789C81-18E5-D205-F0A4-182D5352FAC8}" dt="2025-12-08T18:37:20.798" v="0"/>
          <ac:picMkLst>
            <pc:docMk/>
            <pc:sldMk cId="3011367633" sldId="262"/>
            <ac:picMk id="3" creationId="{8425EA65-B8F3-7180-856D-9595AB98BDDB}"/>
          </ac:picMkLst>
        </pc:picChg>
        <pc:picChg chg="add del mod">
          <ac:chgData name="Кристияна Стоянова Иванова" userId="S::ksivanova24@codingburgas.bg::fd40cb2b-eb00-4db7-ba35-611949eb7ef7" providerId="AD" clId="Web-{8C789C81-18E5-D205-F0A4-182D5352FAC8}" dt="2025-12-08T18:37:53.769" v="7"/>
          <ac:picMkLst>
            <pc:docMk/>
            <pc:sldMk cId="3011367633" sldId="262"/>
            <ac:picMk id="4" creationId="{2BBD14D2-3EEF-009D-C7B6-A4FA5471E4D4}"/>
          </ac:picMkLst>
        </pc:picChg>
        <pc:picChg chg="add mod">
          <ac:chgData name="Кристияна Стоянова Иванова" userId="S::ksivanova24@codingburgas.bg::fd40cb2b-eb00-4db7-ba35-611949eb7ef7" providerId="AD" clId="Web-{8C789C81-18E5-D205-F0A4-182D5352FAC8}" dt="2025-12-08T18:38:35.382" v="18"/>
          <ac:picMkLst>
            <pc:docMk/>
            <pc:sldMk cId="3011367633" sldId="262"/>
            <ac:picMk id="5" creationId="{89BB1BC8-4E92-E2D0-9EF8-0A1584763C70}"/>
          </ac:picMkLst>
        </pc:picChg>
      </pc:sldChg>
    </pc:docChg>
  </pc:docChgLst>
  <pc:docChgLst>
    <pc:chgData name="Кристияна Стоянова Иванова" userId="S::ksivanova24@codingburgas.bg::fd40cb2b-eb00-4db7-ba35-611949eb7ef7" providerId="AD" clId="Web-{47D7E688-8D82-695D-C653-DE150C25B2AF}"/>
    <pc:docChg chg="addSld modSld">
      <pc:chgData name="Кристияна Стоянова Иванова" userId="S::ksivanova24@codingburgas.bg::fd40cb2b-eb00-4db7-ba35-611949eb7ef7" providerId="AD" clId="Web-{47D7E688-8D82-695D-C653-DE150C25B2AF}" dt="2025-12-08T18:07:08.159" v="1"/>
      <pc:docMkLst>
        <pc:docMk/>
      </pc:docMkLst>
      <pc:sldChg chg="delSp add replId">
        <pc:chgData name="Кристияна Стоянова Иванова" userId="S::ksivanova24@codingburgas.bg::fd40cb2b-eb00-4db7-ba35-611949eb7ef7" providerId="AD" clId="Web-{47D7E688-8D82-695D-C653-DE150C25B2AF}" dt="2025-12-08T18:07:08.159" v="1"/>
        <pc:sldMkLst>
          <pc:docMk/>
          <pc:sldMk cId="2064131857" sldId="258"/>
        </pc:sldMkLst>
        <pc:picChg chg="del">
          <ac:chgData name="Кристияна Стоянова Иванова" userId="S::ksivanova24@codingburgas.bg::fd40cb2b-eb00-4db7-ba35-611949eb7ef7" providerId="AD" clId="Web-{47D7E688-8D82-695D-C653-DE150C25B2AF}" dt="2025-12-08T18:07:08.159" v="1"/>
          <ac:picMkLst>
            <pc:docMk/>
            <pc:sldMk cId="2064131857" sldId="258"/>
            <ac:picMk id="6" creationId="{A5A022DF-A29B-4680-2D02-7A5D8BA4D1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logo with a head and a puzzle piece in the middle&#10;&#10;AI-generated content may be incorrect.">
            <a:extLst>
              <a:ext uri="{FF2B5EF4-FFF2-40B4-BE49-F238E27FC236}">
                <a16:creationId xmlns:a16="http://schemas.microsoft.com/office/drawing/2014/main" id="{C2635FCA-7DC0-A382-91D9-0F5C416D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90" b="1453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DB407-4312-31A1-95A5-FD50BA06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70C19E-FB4C-ED6C-A4A4-BA6F0D7EC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441336-8841-E000-5BD5-C302E3CB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4235"/>
            <a:ext cx="12191598" cy="68549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D6AFD5-AA9D-1FA3-0FEF-B1EC2410BBB5}"/>
              </a:ext>
            </a:extLst>
          </p:cNvPr>
          <p:cNvSpPr txBox="1"/>
          <p:nvPr/>
        </p:nvSpPr>
        <p:spPr>
          <a:xfrm>
            <a:off x="2169583" y="444500"/>
            <a:ext cx="81385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5400">
                <a:solidFill>
                  <a:schemeClr val="bg1"/>
                </a:solidFill>
                <a:latin typeface="Sitka Text"/>
              </a:rPr>
              <a:t>TABLE OF CONTENTS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C3990E64-57D0-D40B-90DD-E6481C450014}"/>
              </a:ext>
            </a:extLst>
          </p:cNvPr>
          <p:cNvSpPr/>
          <p:nvPr/>
        </p:nvSpPr>
        <p:spPr>
          <a:xfrm>
            <a:off x="687916" y="1830916"/>
            <a:ext cx="1485900" cy="1602317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7A376-F050-1887-8EF9-0D3CC6383843}"/>
              </a:ext>
            </a:extLst>
          </p:cNvPr>
          <p:cNvSpPr txBox="1"/>
          <p:nvPr/>
        </p:nvSpPr>
        <p:spPr>
          <a:xfrm>
            <a:off x="2338916" y="2349500"/>
            <a:ext cx="27410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Our Team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061DA359-726F-1C4F-DD95-1952C8979730}"/>
              </a:ext>
            </a:extLst>
          </p:cNvPr>
          <p:cNvSpPr/>
          <p:nvPr/>
        </p:nvSpPr>
        <p:spPr>
          <a:xfrm>
            <a:off x="6349999" y="1904999"/>
            <a:ext cx="1485900" cy="1602317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600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2F6F0-922A-FDA5-AB27-59CF40588B3A}"/>
              </a:ext>
            </a:extLst>
          </p:cNvPr>
          <p:cNvSpPr txBox="1"/>
          <p:nvPr/>
        </p:nvSpPr>
        <p:spPr>
          <a:xfrm>
            <a:off x="7990417" y="2349500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Work progress</a:t>
            </a:r>
          </a:p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DB8B277B-0335-96C7-5982-EBF02E538D0E}"/>
              </a:ext>
            </a:extLst>
          </p:cNvPr>
          <p:cNvSpPr/>
          <p:nvPr/>
        </p:nvSpPr>
        <p:spPr>
          <a:xfrm>
            <a:off x="687916" y="4402666"/>
            <a:ext cx="1485900" cy="1602317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600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2FEBA-5967-2C2B-1F47-544C7FB5A3AE}"/>
              </a:ext>
            </a:extLst>
          </p:cNvPr>
          <p:cNvSpPr txBox="1"/>
          <p:nvPr/>
        </p:nvSpPr>
        <p:spPr>
          <a:xfrm>
            <a:off x="2338917" y="4910667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Programs we used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3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08983-4D1D-2C57-4F33-7B66B22D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0AB562-B015-2878-FEB7-AD554A45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806E70-D5D3-3EB0-B32E-1833E865E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4235"/>
            <a:ext cx="12191598" cy="6854945"/>
          </a:xfrm>
          <a:prstGeom prst="rect">
            <a:avLst/>
          </a:prstGeom>
        </p:spPr>
      </p:pic>
      <p:sp>
        <p:nvSpPr>
          <p:cNvPr id="4" name="Diamond 3">
            <a:extLst>
              <a:ext uri="{FF2B5EF4-FFF2-40B4-BE49-F238E27FC236}">
                <a16:creationId xmlns:a16="http://schemas.microsoft.com/office/drawing/2014/main" id="{EBB6313C-ADB9-28C9-0C04-0F31B9D68F21}"/>
              </a:ext>
            </a:extLst>
          </p:cNvPr>
          <p:cNvSpPr/>
          <p:nvPr/>
        </p:nvSpPr>
        <p:spPr>
          <a:xfrm>
            <a:off x="1979083" y="2053166"/>
            <a:ext cx="2364316" cy="2448983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20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8712B-0762-54AE-C05A-FD6861228650}"/>
              </a:ext>
            </a:extLst>
          </p:cNvPr>
          <p:cNvSpPr txBox="1"/>
          <p:nvPr/>
        </p:nvSpPr>
        <p:spPr>
          <a:xfrm>
            <a:off x="4794250" y="2667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7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TEAM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42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2AAC5-1F5B-E256-2643-FC1442CD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28295E-D741-11DB-2284-C55FEAF71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54475-9930-F2F5-1D02-50AB7557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4235"/>
            <a:ext cx="12191598" cy="6854945"/>
          </a:xfrm>
          <a:prstGeom prst="rect">
            <a:avLst/>
          </a:prstGeom>
        </p:spPr>
      </p:pic>
      <p:pic>
        <p:nvPicPr>
          <p:cNvPr id="3" name="Picture 2" descr="A close-up of a young person&#10;&#10;AI-generated content may be incorrect.">
            <a:extLst>
              <a:ext uri="{FF2B5EF4-FFF2-40B4-BE49-F238E27FC236}">
                <a16:creationId xmlns:a16="http://schemas.microsoft.com/office/drawing/2014/main" id="{D1A90F60-02CB-C7F0-9213-9D68DFF18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75" y="783696"/>
            <a:ext cx="1581150" cy="2009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 descr="A person in a white shirt&#10;&#10;AI-generated content may be incorrect.">
            <a:extLst>
              <a:ext uri="{FF2B5EF4-FFF2-40B4-BE49-F238E27FC236}">
                <a16:creationId xmlns:a16="http://schemas.microsoft.com/office/drawing/2014/main" id="{A21B6DB3-1CC4-3782-97C7-3BF2A0B3D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758" y="799042"/>
            <a:ext cx="1581150" cy="2000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child wearing glasses and a blue and grey jacket&#10;&#10;AI-generated content may be incorrect.">
            <a:extLst>
              <a:ext uri="{FF2B5EF4-FFF2-40B4-BE49-F238E27FC236}">
                <a16:creationId xmlns:a16="http://schemas.microsoft.com/office/drawing/2014/main" id="{B39039B6-218F-DA6A-EB04-71C12CE53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0" y="4069292"/>
            <a:ext cx="1628775" cy="2000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https://cdn.discordapp.com/attachments/1364306906214305944/1371131661546160249/DC59AAB7-0901-42DA-99BC-8787F639DF7A.jpg?ex=6822055e&amp;is=6820b3de&amp;hm=8c423b7de0901513b087dd218aa9c744be8fd8ae0487020858c807f9c90c3d9b&amp;">
            <a:extLst>
              <a:ext uri="{FF2B5EF4-FFF2-40B4-BE49-F238E27FC236}">
                <a16:creationId xmlns:a16="http://schemas.microsoft.com/office/drawing/2014/main" id="{967C06ED-9DE3-8983-9B96-C593533B0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363" y="4053946"/>
            <a:ext cx="1628775" cy="2009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4DDD8-9778-A2AE-0BFE-3E103B5E68D8}"/>
              </a:ext>
            </a:extLst>
          </p:cNvPr>
          <p:cNvSpPr txBox="1"/>
          <p:nvPr/>
        </p:nvSpPr>
        <p:spPr>
          <a:xfrm>
            <a:off x="3048000" y="1449917"/>
            <a:ext cx="280458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 b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Kristiyana</a:t>
            </a:r>
            <a:r>
              <a:rPr lang="en-US" sz="2400" b="1" baseline="0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 Ivanova</a:t>
            </a:r>
            <a:r>
              <a:rPr lang="en-US" sz="2400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​</a:t>
            </a:r>
            <a:endParaRPr lang="en-US">
              <a:solidFill>
                <a:schemeClr val="bg1"/>
              </a:solidFill>
              <a:latin typeface="Aptos" panose="020B0004020202020204"/>
              <a:ea typeface="Segoe UI"/>
              <a:cs typeface="Segoe UI"/>
            </a:endParaRPr>
          </a:p>
          <a:p>
            <a:pPr>
              <a:lnSpc>
                <a:spcPts val="1950"/>
              </a:lnSpc>
            </a:pPr>
            <a:endParaRPr lang="en-US" sz="2400">
              <a:solidFill>
                <a:schemeClr val="bg1"/>
              </a:solidFill>
              <a:latin typeface="Times New Roman"/>
              <a:ea typeface="Segoe UI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2400" b="1" baseline="0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Scrum Trainer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87FDF-6F03-C28B-CF4A-4D3699E5B449}"/>
              </a:ext>
            </a:extLst>
          </p:cNvPr>
          <p:cNvSpPr txBox="1"/>
          <p:nvPr/>
        </p:nvSpPr>
        <p:spPr>
          <a:xfrm>
            <a:off x="8445500" y="4635500"/>
            <a:ext cx="288925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Vasilen</a:t>
            </a:r>
            <a:r>
              <a:rPr lang="en-US" sz="2400" b="1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Gospodinov</a:t>
            </a:r>
            <a:r>
              <a:rPr lang="en-US" sz="240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>
              <a:lnSpc>
                <a:spcPts val="1950"/>
              </a:lnSpc>
            </a:pPr>
            <a:endParaRPr lang="en-US" sz="2400" noProof="1">
              <a:solidFill>
                <a:schemeClr val="bg1"/>
              </a:solidFill>
              <a:latin typeface="Times New Roman"/>
              <a:ea typeface="Segoe UI"/>
              <a:cs typeface="Segoe UI"/>
            </a:endParaRPr>
          </a:p>
          <a:p>
            <a:pPr rtl="0">
              <a:lnSpc>
                <a:spcPts val="1950"/>
              </a:lnSpc>
            </a:pP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FrontEnd Develope</a:t>
            </a:r>
            <a:r>
              <a:rPr lang="en-US" sz="2400" b="1" baseline="0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r</a:t>
            </a:r>
          </a:p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4DF99-D508-8439-1697-B3CE1D586017}"/>
              </a:ext>
            </a:extLst>
          </p:cNvPr>
          <p:cNvSpPr txBox="1"/>
          <p:nvPr/>
        </p:nvSpPr>
        <p:spPr>
          <a:xfrm>
            <a:off x="3079750" y="4730750"/>
            <a:ext cx="301625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Loris</a:t>
            </a:r>
            <a:r>
              <a:rPr lang="en-US" sz="2400" b="1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Zadikqn</a:t>
            </a:r>
            <a:r>
              <a:rPr lang="en-US" sz="240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>
              <a:lnSpc>
                <a:spcPts val="1950"/>
              </a:lnSpc>
            </a:pPr>
            <a:endParaRPr lang="en-US" sz="2400" noProof="1">
              <a:solidFill>
                <a:schemeClr val="bg1"/>
              </a:solidFill>
              <a:latin typeface="Times New Roman"/>
              <a:ea typeface="Segoe UI"/>
              <a:cs typeface="Segoe UI"/>
            </a:endParaRPr>
          </a:p>
          <a:p>
            <a:pPr rtl="0">
              <a:lnSpc>
                <a:spcPts val="1950"/>
              </a:lnSpc>
            </a:pP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BackEnd Developer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85D55-3A70-1E1A-D64B-65C9FE1DD3CB}"/>
              </a:ext>
            </a:extLst>
          </p:cNvPr>
          <p:cNvSpPr txBox="1"/>
          <p:nvPr/>
        </p:nvSpPr>
        <p:spPr>
          <a:xfrm>
            <a:off x="8699500" y="1449917"/>
            <a:ext cx="2910417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 b="1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Denis Paspalov</a:t>
            </a:r>
            <a:r>
              <a:rPr lang="en-US" sz="240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>
              <a:lnSpc>
                <a:spcPts val="1950"/>
              </a:lnSpc>
            </a:pPr>
            <a:endParaRPr lang="en-US" sz="2400" noProof="1">
              <a:solidFill>
                <a:schemeClr val="bg1"/>
              </a:solidFill>
              <a:latin typeface="Times New Roman"/>
              <a:ea typeface="Segoe UI"/>
              <a:cs typeface="Segoe UI"/>
            </a:endParaRPr>
          </a:p>
          <a:p>
            <a:pPr rtl="0">
              <a:lnSpc>
                <a:spcPts val="1950"/>
              </a:lnSpc>
            </a:pPr>
            <a:r>
              <a:rPr lang="en-US" sz="2400" b="1" baseline="0" noProof="1">
                <a:solidFill>
                  <a:schemeClr val="bg1"/>
                </a:solidFill>
                <a:latin typeface="Times New Roman"/>
                <a:ea typeface="Segoe UI"/>
                <a:cs typeface="Segoe UI"/>
              </a:rPr>
              <a:t>Designer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74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B89D8-9DC2-BBCA-2BA7-D71D61C4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899334-492B-D9FE-8162-42F793945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FCC95A-DC8B-2C20-9E01-4083AB1C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-6348"/>
            <a:ext cx="12191598" cy="6854945"/>
          </a:xfrm>
          <a:prstGeom prst="rect">
            <a:avLst/>
          </a:prstGeom>
        </p:spPr>
      </p:pic>
      <p:sp>
        <p:nvSpPr>
          <p:cNvPr id="4" name="Diamond 3">
            <a:extLst>
              <a:ext uri="{FF2B5EF4-FFF2-40B4-BE49-F238E27FC236}">
                <a16:creationId xmlns:a16="http://schemas.microsoft.com/office/drawing/2014/main" id="{8FA65821-0429-D67D-72F0-98AC426C4703}"/>
              </a:ext>
            </a:extLst>
          </p:cNvPr>
          <p:cNvSpPr/>
          <p:nvPr/>
        </p:nvSpPr>
        <p:spPr>
          <a:xfrm>
            <a:off x="2074332" y="1968499"/>
            <a:ext cx="2364316" cy="2459567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600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C9EE6-8987-8623-7111-AFF1E2F3E7F5}"/>
              </a:ext>
            </a:extLst>
          </p:cNvPr>
          <p:cNvSpPr txBox="1"/>
          <p:nvPr/>
        </p:nvSpPr>
        <p:spPr>
          <a:xfrm>
            <a:off x="4720166" y="2719917"/>
            <a:ext cx="695325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WORK PROGRESS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92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C1505-8773-05E7-2CEF-73E3232C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1D2B978-21B7-ECAD-2BFD-9F5D77D40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ABB5A9-76B5-9AE2-B8C7-A9C87B15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-6348"/>
            <a:ext cx="12191598" cy="68549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purple calendar with white text&#10;&#10;AI-generated content may be incorrect.">
            <a:extLst>
              <a:ext uri="{FF2B5EF4-FFF2-40B4-BE49-F238E27FC236}">
                <a16:creationId xmlns:a16="http://schemas.microsoft.com/office/drawing/2014/main" id="{89BB1BC8-4E92-E2D0-9EF8-0A1584763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1641461"/>
            <a:ext cx="11747500" cy="37867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136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5E986-12BE-0259-1FA1-9923D556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26C608-1638-5794-D869-E39722D31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7865BB-C3EA-44B0-C624-AD106C62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4235"/>
            <a:ext cx="12191598" cy="6854945"/>
          </a:xfrm>
          <a:prstGeom prst="rect">
            <a:avLst/>
          </a:prstGeom>
        </p:spPr>
      </p:pic>
      <p:sp>
        <p:nvSpPr>
          <p:cNvPr id="4" name="Diamond 3">
            <a:extLst>
              <a:ext uri="{FF2B5EF4-FFF2-40B4-BE49-F238E27FC236}">
                <a16:creationId xmlns:a16="http://schemas.microsoft.com/office/drawing/2014/main" id="{24FB256E-F101-CEFD-187C-BFC0C7F8961E}"/>
              </a:ext>
            </a:extLst>
          </p:cNvPr>
          <p:cNvSpPr/>
          <p:nvPr/>
        </p:nvSpPr>
        <p:spPr>
          <a:xfrm>
            <a:off x="1481665" y="1852082"/>
            <a:ext cx="2364316" cy="2459567"/>
          </a:xfrm>
          <a:prstGeom prst="diamond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600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ADF90-A40A-4A18-831D-086DD02E3EC3}"/>
              </a:ext>
            </a:extLst>
          </p:cNvPr>
          <p:cNvSpPr txBox="1"/>
          <p:nvPr/>
        </p:nvSpPr>
        <p:spPr>
          <a:xfrm>
            <a:off x="4159250" y="2635250"/>
            <a:ext cx="7672916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PROGRAMS WE USED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84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943BE-E81B-33ED-B8AB-8CA540FF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339A603-C1AF-532B-1A28-D0EEED491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597FBE-A1A5-F1FE-6E4F-D490B562D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" y="4235"/>
            <a:ext cx="12191598" cy="6854945"/>
          </a:xfrm>
          <a:prstGeom prst="rect">
            <a:avLst/>
          </a:prstGeom>
        </p:spPr>
      </p:pic>
      <p:pic>
        <p:nvPicPr>
          <p:cNvPr id="3" name="Picture 2" descr="A logo of a cat&#10;&#10;AI-generated content may be incorrect.">
            <a:extLst>
              <a:ext uri="{FF2B5EF4-FFF2-40B4-BE49-F238E27FC236}">
                <a16:creationId xmlns:a16="http://schemas.microsoft.com/office/drawing/2014/main" id="{FFBF2AAF-F9F8-A721-A3D1-0DF614C35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85775"/>
            <a:ext cx="2152650" cy="2171700"/>
          </a:xfrm>
          <a:prstGeom prst="rect">
            <a:avLst/>
          </a:prstGeom>
        </p:spPr>
      </p:pic>
      <p:pic>
        <p:nvPicPr>
          <p:cNvPr id="6" name="Picture 5" descr="A logo of a network&#10;&#10;AI-generated content may be incorrect.">
            <a:extLst>
              <a:ext uri="{FF2B5EF4-FFF2-40B4-BE49-F238E27FC236}">
                <a16:creationId xmlns:a16="http://schemas.microsoft.com/office/drawing/2014/main" id="{B7911FC4-EB15-4DAD-BEEE-711C2905D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141" y="403225"/>
            <a:ext cx="2252134" cy="2252134"/>
          </a:xfrm>
          <a:prstGeom prst="rect">
            <a:avLst/>
          </a:prstGeom>
        </p:spPr>
      </p:pic>
      <p:pic>
        <p:nvPicPr>
          <p:cNvPr id="7" name="Picture 6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F0C03400-3044-85C9-1EE6-C9AEF2D24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308" y="519641"/>
            <a:ext cx="2135717" cy="2135717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19F19058-6CA5-2A8D-F232-CD0ADBE5D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242" y="3548592"/>
            <a:ext cx="3340100" cy="1930400"/>
          </a:xfrm>
          <a:prstGeom prst="rect">
            <a:avLst/>
          </a:prstGeom>
        </p:spPr>
      </p:pic>
      <p:pic>
        <p:nvPicPr>
          <p:cNvPr id="9" name="Picture 8" descr="A logo of a powerpoint presentation&#10;&#10;AI-generated content may be incorrect.">
            <a:extLst>
              <a:ext uri="{FF2B5EF4-FFF2-40B4-BE49-F238E27FC236}">
                <a16:creationId xmlns:a16="http://schemas.microsoft.com/office/drawing/2014/main" id="{4D925C1F-8AFA-40BF-4B41-706E279E4B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8933" y="3548591"/>
            <a:ext cx="3500967" cy="2036234"/>
          </a:xfrm>
          <a:prstGeom prst="rect">
            <a:avLst/>
          </a:prstGeom>
        </p:spPr>
      </p:pic>
      <p:pic>
        <p:nvPicPr>
          <p:cNvPr id="10" name="Picture 9" descr="A blue square with white letter and dots&#10;&#10;AI-generated content may be incorrect.">
            <a:extLst>
              <a:ext uri="{FF2B5EF4-FFF2-40B4-BE49-F238E27FC236}">
                <a16:creationId xmlns:a16="http://schemas.microsoft.com/office/drawing/2014/main" id="{DD997188-0C62-1F49-2AB7-9BD793A49A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6891" y="3546475"/>
            <a:ext cx="2008718" cy="193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1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11F4-CACF-A332-ED8A-E56E7204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B3F3C1D-DA96-716F-58CB-FA0A52C37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75EAF-9FC9-E9CB-D074-E174787C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6" y="4235"/>
            <a:ext cx="12191598" cy="68549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186B30-A6F6-7E5C-1DD9-80EB070C2ED0}"/>
              </a:ext>
            </a:extLst>
          </p:cNvPr>
          <p:cNvSpPr txBox="1"/>
          <p:nvPr/>
        </p:nvSpPr>
        <p:spPr>
          <a:xfrm>
            <a:off x="349250" y="1841500"/>
            <a:ext cx="1149349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noProof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Thank you for your attention, and now let's head to the game!</a:t>
            </a:r>
          </a:p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FFFD62-39FD-D54B-D9E1-F7028A8C5F52}"/>
              </a:ext>
            </a:extLst>
          </p:cNvPr>
          <p:cNvCxnSpPr/>
          <p:nvPr/>
        </p:nvCxnSpPr>
        <p:spPr>
          <a:xfrm>
            <a:off x="9101666" y="10583"/>
            <a:ext cx="3079750" cy="259291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5FF95A-A788-8637-524F-526F35D91904}"/>
              </a:ext>
            </a:extLst>
          </p:cNvPr>
          <p:cNvCxnSpPr/>
          <p:nvPr/>
        </p:nvCxnSpPr>
        <p:spPr>
          <a:xfrm>
            <a:off x="9366250" y="0"/>
            <a:ext cx="2783416" cy="2349500"/>
          </a:xfrm>
          <a:prstGeom prst="straightConnector1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CBF571-C703-077D-A6F8-9006B5E86CB8}"/>
              </a:ext>
            </a:extLst>
          </p:cNvPr>
          <p:cNvCxnSpPr/>
          <p:nvPr/>
        </p:nvCxnSpPr>
        <p:spPr>
          <a:xfrm>
            <a:off x="-10584" y="4720166"/>
            <a:ext cx="2603500" cy="2127250"/>
          </a:xfrm>
          <a:prstGeom prst="straightConnector1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24E826-601E-F995-06E9-CE835D0C165E}"/>
              </a:ext>
            </a:extLst>
          </p:cNvPr>
          <p:cNvCxnSpPr/>
          <p:nvPr/>
        </p:nvCxnSpPr>
        <p:spPr>
          <a:xfrm>
            <a:off x="0" y="4942417"/>
            <a:ext cx="2370666" cy="189441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63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2025-12-07T13:44:55Z</dcterms:created>
  <dcterms:modified xsi:type="dcterms:W3CDTF">2025-12-08T18:38:53Z</dcterms:modified>
</cp:coreProperties>
</file>